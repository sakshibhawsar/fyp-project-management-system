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0" r:id="rId5"/>
    <p:sldId id="262" r:id="rId6"/>
    <p:sldId id="261" r:id="rId7"/>
  </p:sldIdLst>
  <p:sldSz cx="14630400" cy="8229600"/>
  <p:notesSz cx="8229600" cy="14630400"/>
  <p:embeddedFontLst>
    <p:embeddedFont>
      <p:font typeface="DM Sans Semi Bold" panose="020B0604020202020204" charset="0"/>
      <p:regular r:id="rId10"/>
    </p:embeddedFont>
    <p:embeddedFont>
      <p:font typeface="Inter Medium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9" d="100"/>
          <a:sy n="39" d="100"/>
        </p:scale>
        <p:origin x="3566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1EEB13-AE8E-0CFC-C0A8-810F23CB24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AC6A6-15EC-0355-8E76-5F1E4FB60E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F3582-B1D1-442B-933F-AD231874721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D456E-43F9-653C-D285-723D98FFCB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8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59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64832"/>
            <a:ext cx="62623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</a:rPr>
              <a:t>Student-Record-System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137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Comprehensive Web-Based Dashboard for Academic Management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318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with MERN Stack (MongoDB, Express.js, React, Node.js)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498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| Date: May 07, 2025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38484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55729" y="5367933"/>
            <a:ext cx="227195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Udit Maltare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6454" y="4173022"/>
            <a:ext cx="9814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is the Student Record System?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1961"/>
            <a:ext cx="4196358" cy="201001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448776"/>
            <a:ext cx="32650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Web-Based Application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939195"/>
            <a:ext cx="3742730" cy="129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/>
              <a:t>A centralized online platform where </a:t>
            </a:r>
            <a:r>
              <a:rPr lang="en-US" b="1" dirty="0"/>
              <a:t>students can manage and view their academic records</a:t>
            </a:r>
            <a:r>
              <a:rPr lang="en-US" dirty="0"/>
              <a:t> anytime, anywhere.</a:t>
            </a:r>
          </a:p>
        </p:txBody>
      </p:sp>
      <p:sp>
        <p:nvSpPr>
          <p:cNvPr id="7" name="Shape 4"/>
          <p:cNvSpPr/>
          <p:nvPr/>
        </p:nvSpPr>
        <p:spPr>
          <a:xfrm>
            <a:off x="5216962" y="5221961"/>
            <a:ext cx="4196358" cy="2567371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IN" sz="2400" dirty="0"/>
              <a:t>Admin Approval Flow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57182" y="593919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/>
              <a:t>Students must </a:t>
            </a:r>
            <a:r>
              <a:rPr lang="en-US" sz="1600" b="1" dirty="0"/>
              <a:t>register through the portal</a:t>
            </a:r>
            <a:r>
              <a:rPr lang="en-US" sz="1600" dirty="0"/>
              <a:t>, after which their account is subject to </a:t>
            </a:r>
            <a:r>
              <a:rPr lang="en-US" sz="1600" b="1" dirty="0"/>
              <a:t>admin approval</a:t>
            </a:r>
            <a:r>
              <a:rPr lang="en-US" sz="1600" dirty="0"/>
              <a:t>. Once approved, they are notified via email and granted access.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21962"/>
            <a:ext cx="4196358" cy="201001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Built with MERN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83881" y="5939195"/>
            <a:ext cx="3742730" cy="147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/>
              <a:t>Important updates such as </a:t>
            </a:r>
            <a:r>
              <a:rPr lang="en-US" sz="1600" b="1" dirty="0"/>
              <a:t>registration approval or changes in academic data</a:t>
            </a:r>
            <a:r>
              <a:rPr lang="en-US" sz="1600" dirty="0"/>
              <a:t> are sent via email to keep students informed.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378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Student Record System?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955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373398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Challenges of Manual Processes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218146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Time-consuming and prone to errors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2955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373398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Lack of Centralization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218146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accessing academic details.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6048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838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Security Needs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32876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Role-based access and administrative oversight required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430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7900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2479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296941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with Redux for dynamic UI and state control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55913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04955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Node.js and Express.js powering APIs and logic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639270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7470815" y="4639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12968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MongoDB for flexible, scalable data storage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5719405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7811095" y="620982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E0F4F4-7767-2505-176D-A28AA0D40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200"/>
            <a:ext cx="6146800" cy="67225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72BA29-FA93-C492-3F35-0E0CD4540535}"/>
              </a:ext>
            </a:extLst>
          </p:cNvPr>
          <p:cNvSpPr txBox="1"/>
          <p:nvPr/>
        </p:nvSpPr>
        <p:spPr>
          <a:xfrm>
            <a:off x="5367867" y="254000"/>
            <a:ext cx="3894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       Admin 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29CE9-DFC8-A4AB-69B3-E7A2E2229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13" y="1609374"/>
            <a:ext cx="4324954" cy="250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729D6D-3995-E28E-39C6-BE314B0CC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93" y="1609374"/>
            <a:ext cx="4324953" cy="25054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C65496-BA9F-BBC9-4B71-0A84D5285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567300"/>
            <a:ext cx="7992533" cy="32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2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3B45C5-0AF9-00A6-DFF6-C7D28290D366}"/>
              </a:ext>
            </a:extLst>
          </p:cNvPr>
          <p:cNvSpPr/>
          <p:nvPr/>
        </p:nvSpPr>
        <p:spPr>
          <a:xfrm>
            <a:off x="5487710" y="36524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0000"/>
                </a:solidFill>
                <a:latin typeface="DM Sans Semi Bold" pitchFamily="34" charset="0"/>
              </a:rPr>
              <a:t>Live demo</a:t>
            </a:r>
            <a:endParaRPr lang="en-US" sz="445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DD578-6865-3021-707C-5A156BF0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8" y="630045"/>
            <a:ext cx="5670590" cy="3178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5BF1ED-D23E-F537-CD01-347BF6D3F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400" y="936616"/>
            <a:ext cx="5435600" cy="28716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200B9A-C330-AB72-1E16-465467BC5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619694"/>
            <a:ext cx="7670800" cy="33940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3D8254-8DB3-2217-9FAB-838208CE5634}"/>
              </a:ext>
            </a:extLst>
          </p:cNvPr>
          <p:cNvSpPr txBox="1"/>
          <p:nvPr/>
        </p:nvSpPr>
        <p:spPr>
          <a:xfrm>
            <a:off x="5113868" y="223335"/>
            <a:ext cx="3708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Student Board</a:t>
            </a:r>
          </a:p>
        </p:txBody>
      </p:sp>
    </p:spTree>
    <p:extLst>
      <p:ext uri="{BB962C8B-B14F-4D97-AF65-F5344CB8AC3E}">
        <p14:creationId xmlns:p14="http://schemas.microsoft.com/office/powerpoint/2010/main" val="342449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190</Words>
  <Application>Microsoft Office PowerPoint</Application>
  <PresentationFormat>Custom</PresentationFormat>
  <Paragraphs>33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Inter Medium</vt:lpstr>
      <vt:lpstr>DM Sans Semi Bold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udit maltare</cp:lastModifiedBy>
  <cp:revision>4</cp:revision>
  <dcterms:created xsi:type="dcterms:W3CDTF">2025-05-06T14:52:17Z</dcterms:created>
  <dcterms:modified xsi:type="dcterms:W3CDTF">2025-05-07T05:46:56Z</dcterms:modified>
</cp:coreProperties>
</file>